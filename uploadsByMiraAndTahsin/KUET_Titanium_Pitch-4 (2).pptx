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-1.mp4"/><Relationship Id="rId2" Type="http://schemas.microsoft.com/office/2007/relationships/media" Target="../media/media-1-1.mp4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5486400" cy="5486400"/>
          </a:xfrm>
          <a:prstGeom prst="ellipse">
            <a:avLst/>
          </a:prstGeom>
          <a:solidFill>
            <a:srgbClr val="1B2A56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480560"/>
            <a:ext cx="4206240" cy="4206240"/>
          </a:xfrm>
          <a:prstGeom prst="ellipse">
            <a:avLst/>
          </a:prstGeom>
          <a:solidFill>
            <a:srgbClr val="1B2A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FORKATHON: FRESHERS HACKATHON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KUET_Titanium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81632" y="1472184"/>
            <a:ext cx="8028432" cy="4588002"/>
          </a:xfrm>
          <a:prstGeom prst="roundRect">
            <a:avLst>
              <a:gd name="adj" fmla="val 1594"/>
            </a:avLst>
          </a:prstGeom>
          <a:solidFill>
            <a:srgbClr val="1B2A56"/>
          </a:solidFill>
          <a:ln w="12700">
            <a:solidFill>
              <a:srgbClr val="3A6EA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163928" y="1554480"/>
            <a:ext cx="7863840" cy="44234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629793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ForkedArch  —  Powered by XtendArena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121D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KUET_Titanium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20544" y="1636776"/>
            <a:ext cx="3401568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pic>
        <p:nvPicPr>
          <p:cNvPr id="6" name="Image 0" descr="/home/claude/team_photo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5408" y="1691640"/>
            <a:ext cx="329184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9584" y="1902791"/>
            <a:ext cx="3401568" cy="2869537"/>
          </a:xfrm>
          <a:prstGeom prst="roundRect">
            <a:avLst>
              <a:gd name="adj" fmla="val 19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pic>
        <p:nvPicPr>
          <p:cNvPr id="8" name="Image 1" descr="/home/claude/team_photo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957655"/>
            <a:ext cx="3291840" cy="275980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907128" y="5440680"/>
            <a:ext cx="2377440" cy="0"/>
          </a:xfrm>
          <a:prstGeom prst="line">
            <a:avLst/>
          </a:prstGeom>
          <a:noFill/>
          <a:ln w="19050">
            <a:solidFill>
              <a:srgbClr val="3A6EA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56052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5971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  •  Ahnaf  •  Tahsin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21D40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FORKATHON: FRESHERS HACKATHON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Student Who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Knows Everything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trust-aware, self-updating memory for campus knowledge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926080" cy="0"/>
          </a:xfrm>
          <a:prstGeom prst="line">
            <a:avLst/>
          </a:prstGeom>
          <a:noFill/>
          <a:ln w="19050">
            <a:solidFill>
              <a:srgbClr val="3A6EA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937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KUET_Titanium
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ForkedArch  •  Powered by XtendArena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921240" y="1920240"/>
            <a:ext cx="1371600" cy="137160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0" name="Image 0" descr="/home/claude/icons/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9548" y="2098548"/>
            <a:ext cx="1014984" cy="10149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campus has that one senior who knows everything.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6916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do I submit this form?”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5146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room is the lab in?”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333756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can I find previous question papers?”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41605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do I even contact about this?”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691640"/>
            <a:ext cx="5166360" cy="3337560"/>
          </a:xfrm>
          <a:prstGeom prst="roundRect">
            <a:avLst>
              <a:gd name="adj" fmla="val 3288"/>
            </a:avLst>
          </a:prstGeom>
          <a:solidFill>
            <a:srgbClr val="1B2A56"/>
          </a:solidFill>
          <a:ln/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75120" y="1993392"/>
            <a:ext cx="731520" cy="73152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4" name="Image 0" descr="/home/claude/icons/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0218" y="2088490"/>
            <a:ext cx="541325" cy="54132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543800" y="2029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Then, They Graduate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27889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hard-earned, practical knowledge walk out the door with them. The next batch starts from zero — repeating the same confusion, asking the same questions, making the same mistakes their seniors already solved.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75120" y="4279392"/>
            <a:ext cx="4389120" cy="0"/>
          </a:xfrm>
          <a:prstGeom prst="line">
            <a:avLst/>
          </a:prstGeom>
          <a:noFill/>
          <a:ln w="12700">
            <a:solidFill>
              <a:srgbClr val="3A6EA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75120" y="4434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question: why not build a system that captures, verifies, and passes this knowledge down automatically?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not just academic — it spans facilities, procedures, resources, tips, locations, and events. And it is not all equally reliable, current, or useful.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KUET_Titanium  •  Forkathon: Freshers Hackathon 2026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Down the Core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classic case of institutional amnesia.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02152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868680" cy="86868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6" name="Image 0" descr="/home/claude/icons/com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048" y="2261768"/>
            <a:ext cx="642823" cy="64282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Information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70332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lives nowhere official — fragmented across temporary group chats, word of mouth, and individual memory.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16552" y="1828800"/>
            <a:ext cx="3502152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36592" y="2148840"/>
            <a:ext cx="868680" cy="86868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1" name="Image 1" descr="/home/claude/icons/hourgl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520" y="2261768"/>
            <a:ext cx="642823" cy="64282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6592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Knowledge Retention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736592" y="370332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experienced seniors graduate, campus wisdom resets back to zero for the next batch.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93024" y="1828800"/>
            <a:ext cx="3502152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13064" y="2148840"/>
            <a:ext cx="868680" cy="86868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6" name="Image 2" descr="/home/claude/icons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992" y="2261768"/>
            <a:ext cx="642823" cy="64282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13064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Validity Gap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513064" y="370332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ages. A tip from three years ago may be outdated, and reliability varies wildly by source.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D7E4F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inefficiency tax:  </a:t>
            </a:r>
            <a:pPr indent="0" marL="0">
              <a:buNone/>
            </a:pPr>
            <a:r>
              <a:rPr lang="en-US" sz="1250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generation pays the price of making the same avoidable mistakes, simply because past learnings were never preserved.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KUET_Titanium  •  Forkathon: Freshers Hackathon 2026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Feels This Every Semester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1B2A56"/>
          </a:solidFill>
          <a:ln/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691640"/>
            <a:ext cx="914400" cy="91440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5" name="Image 0" descr="/home/claude/icons/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8105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5740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freshers &amp; juniors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7889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waste endless hours, energy, and sanity navigating basic campus bureaucracy, finding obscure resources, or figuring out how things actually work — time that should go toward projects, studying, and innovating.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691640"/>
            <a:ext cx="914400" cy="914400"/>
          </a:xfrm>
          <a:prstGeom prst="ellipse">
            <a:avLst/>
          </a:prstGeom>
          <a:solidFill>
            <a:srgbClr val="F2A649"/>
          </a:solidFill>
          <a:ln/>
        </p:spPr>
      </p:sp>
      <p:pic>
        <p:nvPicPr>
          <p:cNvPr id="11" name="Image 1" descr="/home/claude/icons/teac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810512"/>
            <a:ext cx="676656" cy="6766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&amp; Staff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68096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side of the same problem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7889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end up answering the same repetitive procedural questions dozens of times every single semester — simply because students have nowhere official to check.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KUET_Titanium  •  Forkathon: Freshers Hackathon 2026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121D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7589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offline-first Android app that acts as a living, evolving memory for the campus community.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knowledge is captured once, verified by the community, and automatically passed down to every new batch — no matter who graduates.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144000" y="1463040"/>
            <a:ext cx="2103120" cy="210312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7" name="Image 0" descr="/home/claude/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7406" y="1736446"/>
            <a:ext cx="1556309" cy="155630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4572000"/>
            <a:ext cx="10515600" cy="0"/>
          </a:xfrm>
          <a:prstGeom prst="line">
            <a:avLst/>
          </a:prstGeom>
          <a:noFill/>
          <a:ln w="12700">
            <a:solidFill>
              <a:srgbClr val="2E3E6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754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Forkathon: Freshers Hackathon 2026</a:t>
            </a:r>
            <a:pPr indent="0" marL="0">
              <a:buNone/>
            </a:pPr>
            <a:r>
              <a:rPr lang="en-US" sz="12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Team KUET_Titanium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1472184"/>
            <a:ext cx="621792" cy="62179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5" name="Image 0" descr="/home/claude/icons/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945" y="1553017"/>
            <a:ext cx="460126" cy="4601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64208" y="1472184"/>
            <a:ext cx="2295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App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2194560"/>
            <a:ext cx="2990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seamlessly with no signal, and syncs automatically once connectivity returns.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88536" y="123444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44568" y="1472184"/>
            <a:ext cx="621792" cy="62179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0" name="Image 1" descr="/home/claude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401" y="1553017"/>
            <a:ext cx="460126" cy="46012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12664" y="1472184"/>
            <a:ext cx="2295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Knowledge DB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544568" y="2194560"/>
            <a:ext cx="2990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diverse data — locations, contacts, warnings, steps — without a rigid schema.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936992" y="1234440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193024" y="1472184"/>
            <a:ext cx="621792" cy="621792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5" name="Image 2" descr="/home/claude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857" y="1553017"/>
            <a:ext cx="460126" cy="46012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61120" y="1472184"/>
            <a:ext cx="2295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Searchable Chunks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193024" y="2194560"/>
            <a:ext cx="2990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Bite-sized, tagged entries enable high-precision, instant search results.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529584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96112" y="3767328"/>
            <a:ext cx="621792" cy="621792"/>
          </a:xfrm>
          <a:prstGeom prst="ellipse">
            <a:avLst/>
          </a:prstGeom>
          <a:solidFill>
            <a:srgbClr val="F2A649"/>
          </a:solidFill>
          <a:ln/>
        </p:spPr>
      </p:sp>
      <p:pic>
        <p:nvPicPr>
          <p:cNvPr id="20" name="Image 3" descr="/home/claude/icons/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45" y="3848161"/>
            <a:ext cx="460126" cy="46012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64208" y="3767328"/>
            <a:ext cx="2295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Roadmaps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96112" y="4489704"/>
            <a:ext cx="2990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processes laid out as clear Step 1 → Step 2 → Step 3 journeys.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288536" y="3529584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44568" y="3767328"/>
            <a:ext cx="621792" cy="621792"/>
          </a:xfrm>
          <a:prstGeom prst="ellipse">
            <a:avLst/>
          </a:prstGeom>
          <a:solidFill>
            <a:srgbClr val="F2A649"/>
          </a:solidFill>
          <a:ln/>
        </p:spPr>
      </p:sp>
      <p:pic>
        <p:nvPicPr>
          <p:cNvPr id="25" name="Image 4" descr="/home/claude/icons/hourgla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5401" y="3848161"/>
            <a:ext cx="460126" cy="46012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12664" y="3767328"/>
            <a:ext cx="2295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Lifespan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4544568" y="4489704"/>
            <a:ext cx="2990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track freshness; aging info is flagged for community re-verification.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936992" y="3529584"/>
            <a:ext cx="350215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193024" y="3767328"/>
            <a:ext cx="621792" cy="621792"/>
          </a:xfrm>
          <a:prstGeom prst="ellipse">
            <a:avLst/>
          </a:prstGeom>
          <a:solidFill>
            <a:srgbClr val="F2A649"/>
          </a:solidFill>
          <a:ln/>
        </p:spPr>
      </p:sp>
      <p:pic>
        <p:nvPicPr>
          <p:cNvPr id="30" name="Image 5" descr="/home/claude/icons/troph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3857" y="3848161"/>
            <a:ext cx="460126" cy="46012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961120" y="3767328"/>
            <a:ext cx="2295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Scores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8193024" y="4489704"/>
            <a:ext cx="2990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scores and level tiers give weight to high-integrity contributors.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KUET_Titanium  •  Forkathon: Freshers Hackathon 2026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senior's tip to permanent, searchable campus knowledge.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2633472" y="2788920"/>
            <a:ext cx="182880" cy="0"/>
          </a:xfrm>
          <a:prstGeom prst="line">
            <a:avLst/>
          </a:prstGeom>
          <a:noFill/>
          <a:ln w="25400">
            <a:solidFill>
              <a:srgbClr val="3A6EA5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33856" y="2286000"/>
            <a:ext cx="1005840" cy="1005840"/>
          </a:xfrm>
          <a:prstGeom prst="ellipse">
            <a:avLst/>
          </a:prstGeom>
          <a:solidFill>
            <a:srgbClr val="1B2A56"/>
          </a:solidFill>
          <a:ln/>
        </p:spPr>
      </p:sp>
      <p:pic>
        <p:nvPicPr>
          <p:cNvPr id="6" name="Image 0" descr="/home/claude/icon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615" y="2416759"/>
            <a:ext cx="744322" cy="7443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47088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29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822192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seniors submit tips, notes, and guides via a simple form.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9744" y="2788920"/>
            <a:ext cx="182880" cy="0"/>
          </a:xfrm>
          <a:prstGeom prst="line">
            <a:avLst/>
          </a:prstGeom>
          <a:noFill/>
          <a:ln w="25400">
            <a:solidFill>
              <a:srgbClr val="3A6EA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10128" y="2286000"/>
            <a:ext cx="1005840" cy="100584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2" name="Image 1" descr="/home/claude/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887" y="2416759"/>
            <a:ext cx="744322" cy="74432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2336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724912" y="3429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2770632" y="3822192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are tagged by category in a flexible local database.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986016" y="2788920"/>
            <a:ext cx="182880" cy="0"/>
          </a:xfrm>
          <a:prstGeom prst="line">
            <a:avLst/>
          </a:prstGeom>
          <a:noFill/>
          <a:ln w="25400">
            <a:solidFill>
              <a:srgbClr val="3A6EA5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486400" y="2286000"/>
            <a:ext cx="1005840" cy="1005840"/>
          </a:xfrm>
          <a:prstGeom prst="ellipse">
            <a:avLst/>
          </a:prstGeom>
          <a:solidFill>
            <a:srgbClr val="1B2A56"/>
          </a:solidFill>
          <a:ln/>
        </p:spPr>
      </p:sp>
      <p:pic>
        <p:nvPicPr>
          <p:cNvPr id="18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159" y="2416759"/>
            <a:ext cx="744322" cy="74432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99632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901184" y="3429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4946904" y="3822192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Lifespan markers flag aging entries; peers confirm or correct them.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162288" y="2788920"/>
            <a:ext cx="182880" cy="0"/>
          </a:xfrm>
          <a:prstGeom prst="line">
            <a:avLst/>
          </a:prstGeom>
          <a:noFill/>
          <a:ln w="25400">
            <a:solidFill>
              <a:srgbClr val="3A6EA5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7662672" y="2286000"/>
            <a:ext cx="1005840" cy="100584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24" name="Image 3" descr="/home/claude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3431" y="2416759"/>
            <a:ext cx="744322" cy="74432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375904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077456" y="3429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Guide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7123176" y="3822192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search or a step-by-step roadmap for common problems.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9838944" y="2286000"/>
            <a:ext cx="1005840" cy="1005840"/>
          </a:xfrm>
          <a:prstGeom prst="ellipse">
            <a:avLst/>
          </a:prstGeom>
          <a:solidFill>
            <a:srgbClr val="1B2A56"/>
          </a:solidFill>
          <a:ln/>
        </p:spPr>
      </p:sp>
      <p:pic>
        <p:nvPicPr>
          <p:cNvPr id="29" name="Image 4" descr="/home/claude/icons/troph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9703" y="2416759"/>
            <a:ext cx="744322" cy="74432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552176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9253728" y="3429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It On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9299448" y="3822192"/>
            <a:ext cx="20848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earns levels — the knowledge base keeps growing.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KUET_Titanium  •  Forkathon: Freshers Hackathon 2026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(Concept)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offline-capable flow from student to synced knowledge base.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3657600" y="2560320"/>
            <a:ext cx="685800" cy="0"/>
          </a:xfrm>
          <a:prstGeom prst="line">
            <a:avLst/>
          </a:prstGeom>
          <a:noFill/>
          <a:ln w="25400">
            <a:solidFill>
              <a:srgbClr val="3A6EA5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286000"/>
            <a:ext cx="731520" cy="731520"/>
          </a:xfrm>
          <a:prstGeom prst="ellipse">
            <a:avLst/>
          </a:prstGeom>
          <a:solidFill>
            <a:srgbClr val="1B2A56"/>
          </a:solidFill>
          <a:ln/>
        </p:spPr>
      </p:sp>
      <p:pic>
        <p:nvPicPr>
          <p:cNvPr id="7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58" y="2381098"/>
            <a:ext cx="541325" cy="5413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20240" y="2167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253288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searching, submitting, or browsing knowledge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78040" y="2560320"/>
            <a:ext cx="685800" cy="0"/>
          </a:xfrm>
          <a:prstGeom prst="line">
            <a:avLst/>
          </a:prstGeom>
          <a:noFill/>
          <a:ln w="25400">
            <a:solidFill>
              <a:srgbClr val="3A6EA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343400" y="196596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286000"/>
            <a:ext cx="731520" cy="73152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3" name="Image 1" descr="/home/claude/icons/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098" y="2381098"/>
            <a:ext cx="541325" cy="5413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40680" y="2167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40680" y="253288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Android UI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863840" y="196596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92440" y="2286000"/>
            <a:ext cx="731520" cy="731520"/>
          </a:xfrm>
          <a:prstGeom prst="ellipse">
            <a:avLst/>
          </a:prstGeom>
          <a:solidFill>
            <a:srgbClr val="1B2A56"/>
          </a:solidFill>
          <a:ln/>
        </p:spPr>
      </p:sp>
      <p:pic>
        <p:nvPicPr>
          <p:cNvPr id="18" name="Image 2" descr="/home/claude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538" y="2381098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61120" y="21671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/ API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961120" y="253288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handling, validation, scoring logic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897880" y="3337560"/>
            <a:ext cx="0" cy="457200"/>
          </a:xfrm>
          <a:prstGeom prst="line">
            <a:avLst/>
          </a:prstGeom>
          <a:noFill/>
          <a:ln w="25400">
            <a:solidFill>
              <a:srgbClr val="3A6EA5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2560320" y="38862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B2A56"/>
          </a:solidFill>
          <a:ln/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88920" y="4206240"/>
            <a:ext cx="731520" cy="731520"/>
          </a:xfrm>
          <a:prstGeom prst="ellipse">
            <a:avLst/>
          </a:prstGeom>
          <a:solidFill>
            <a:srgbClr val="F2A649"/>
          </a:solidFill>
          <a:ln/>
        </p:spPr>
      </p:sp>
      <p:pic>
        <p:nvPicPr>
          <p:cNvPr id="24" name="Image 3" descr="/home/claude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4018" y="4301338"/>
            <a:ext cx="541325" cy="5413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657600" y="4087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3657600" y="44531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Local/synced storage holding the knowledge base for offline access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126480" y="3886200"/>
            <a:ext cx="3108960" cy="1371600"/>
          </a:xfrm>
          <a:prstGeom prst="roundRect">
            <a:avLst>
              <a:gd name="adj" fmla="val 6667"/>
            </a:avLst>
          </a:prstGeom>
          <a:solidFill>
            <a:srgbClr val="1B2A56"/>
          </a:solidFill>
          <a:ln/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355080" y="4206240"/>
            <a:ext cx="731520" cy="731520"/>
          </a:xfrm>
          <a:prstGeom prst="ellipse">
            <a:avLst/>
          </a:prstGeom>
          <a:solidFill>
            <a:srgbClr val="F2A649"/>
          </a:solidFill>
          <a:ln/>
        </p:spPr>
      </p:sp>
      <p:pic>
        <p:nvPicPr>
          <p:cNvPr id="29" name="Image 4" descr="/home/claude/icon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0178" y="4301338"/>
            <a:ext cx="541325" cy="54132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223760" y="4087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Services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7223760" y="44531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links for documents; sync &amp; validation endpoints when online</a:t>
            </a:r>
            <a:endParaRPr lang="en-US" sz="950" dirty="0"/>
          </a:p>
        </p:txBody>
      </p:sp>
      <p:sp>
        <p:nvSpPr>
          <p:cNvPr id="32" name="Text 25"/>
          <p:cNvSpPr txBox="1"/>
          <p:nvPr/>
        </p:nvSpPr>
        <p:spPr>
          <a:xfrm>
            <a:off x="64008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 diagram to be finalized once the tech stack is locked in.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KUET_Titanium  •  Forkathon: Freshers Hackathon 2026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constraints of the current scope — not blockers, but boundaries.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7452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6" name="Image 0" descr="/home/claude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628" y="19399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46888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online sync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862072"/>
            <a:ext cx="2295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may temporarily hold different versions until sync happens.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74136" y="169164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75304" y="187452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1" name="Image 1" descr="/home/claude/icons/wifio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684" y="193990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8728" y="246888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needs connectivity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3538728" y="2862072"/>
            <a:ext cx="2295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the app relies on last-known validity status.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08192" y="169164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87452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16" name="Image 2" descr="/home/claude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740" y="193990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2784" y="246888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depends on contributors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6272784" y="2862072"/>
            <a:ext cx="2295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relies on students/seniors, not an official authority.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842248" y="1691640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43416" y="187452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21" name="Image 3" descr="/home/claude/icons/wa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8796" y="193990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06840" y="246888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conflict resolution yet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9006840" y="2862072"/>
            <a:ext cx="2295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yet for resolving conflicting offline edits.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40080" y="3767328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41248" y="3950208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26" name="Image 4" descr="/home/claude/icons/c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628" y="4015588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04672" y="454456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Scope: CSE students first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804672" y="4937760"/>
            <a:ext cx="2295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departments aren't covered in this version.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74136" y="3767328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75304" y="3950208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31" name="Image 5" descr="/home/claude/icons/k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0684" y="4015588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38728" y="454456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Keyword-based search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3538728" y="4937760"/>
            <a:ext cx="2295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terms, not intent — vague queries may miss results.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108192" y="3767328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09360" y="3950208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36" name="Image 6" descr="/home/claude/icons/troph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4740" y="4015588"/>
            <a:ext cx="372161" cy="372161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272784" y="454456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 unproven</a:t>
            </a:r>
            <a:endParaRPr lang="en-US" sz="1150" dirty="0"/>
          </a:p>
        </p:txBody>
      </p:sp>
      <p:sp>
        <p:nvSpPr>
          <p:cNvPr id="38" name="Text 29"/>
          <p:cNvSpPr txBox="1"/>
          <p:nvPr/>
        </p:nvSpPr>
        <p:spPr>
          <a:xfrm>
            <a:off x="6272784" y="4937760"/>
            <a:ext cx="2295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leaderboard with no guaranteed long-term effect.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8842248" y="3767328"/>
            <a:ext cx="262432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56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043416" y="3950208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41" name="Image 7" descr="/home/claude/icons/lin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8796" y="4015588"/>
            <a:ext cx="372161" cy="372161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006840" y="4544568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Relies on external links</a:t>
            </a:r>
            <a:endParaRPr lang="en-US" sz="1150" dirty="0"/>
          </a:p>
        </p:txBody>
      </p:sp>
      <p:sp>
        <p:nvSpPr>
          <p:cNvPr id="43" name="Text 33"/>
          <p:cNvSpPr txBox="1"/>
          <p:nvPr/>
        </p:nvSpPr>
        <p:spPr>
          <a:xfrm>
            <a:off x="9006840" y="4937760"/>
            <a:ext cx="2295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content (reports, papers) is inaccessible offline.</a:t>
            </a:r>
            <a:endParaRPr lang="en-US" sz="950" dirty="0"/>
          </a:p>
        </p:txBody>
      </p:sp>
      <p:sp>
        <p:nvSpPr>
          <p:cNvPr id="44" name="Text 3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KUET_Titanium  •  Forkathon: Freshers Hackathon 2026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21D40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3A6EA5"/>
          </a:solidFill>
          <a:ln/>
        </p:spPr>
      </p:sp>
      <p:pic>
        <p:nvPicPr>
          <p:cNvPr id="4" name="Image 0" descr="/home/claude/icons/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3268" y="1367028"/>
            <a:ext cx="1014984" cy="10149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27432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Trust-Aware, Self-Updating</a:t>
            </a:r>
            <a:endParaRPr lang="en-US" sz="2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for Campus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96596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7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when the senior who knows everything graduates — everything they knew stays behind.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937760" y="4892040"/>
            <a:ext cx="2286000" cy="0"/>
          </a:xfrm>
          <a:prstGeom prst="line">
            <a:avLst/>
          </a:prstGeom>
          <a:noFill/>
          <a:ln w="19050">
            <a:solidFill>
              <a:srgbClr val="3A6E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71600" y="50749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KUET_Titanium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54406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Forkathon: Freshers Hackathon 2026  —  Presented by ForkedArch  —  Powered by XtendArena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2026-09-10T09:13:36Z</dcterms:created>
  <dcterms:modified xsi:type="dcterms:W3CDTF">2026-09-10T09:13:36Z</dcterms:modified>
</cp:coreProperties>
</file>